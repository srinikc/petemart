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04 Prototype Agent — Completion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Calibri"/>
              </a:defRPr>
            </a:pPr>
            <a:r>
              <a:t>04_prototype_agent | Senior Prototyping Engineer | Phase 1: Front-Office &amp; Architectural 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4864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Key Deliverables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Functional POC with Next.js + Supabase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8 pilot merchants seeded (Tarun Enterprises, etc.)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Sample product catalog with 12 products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merchant_digital_readiness field per profile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Installation &amp; launch guide (LAUNCH_GUIDE.md)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Synthetic inventory data for all pilot merchants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4864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Key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73736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Pilot Merchants: 8 (5 markets)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Sample Products: 12 across 6 categories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Digital Readiness: 4 has_instagram, 2 has_website, 2 none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POC Cost: ₹0 (free tiers only)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Tech: Next.js 15 + Supabase + Tailwind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Launch Guide: Self-contained step-by-step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937760"/>
            <a:ext cx="112471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029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2C2C"/>
                </a:solidFill>
                <a:latin typeface="Calibri"/>
              </a:defRPr>
            </a:pPr>
            <a:r>
              <a:t>Status: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  <a:latin typeface="Calibri"/>
              </a:defRPr>
            </a:pPr>
            <a:r>
              <a:t>Approved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Date: 2026-05-30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394960"/>
            <a:ext cx="10881360" cy="36576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5778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Calibri"/>
              </a:defRPr>
            </a:pPr>
            <a:r>
              <a:t>PeteMart Agentic Framework | Supervisor: Agent 00 | Generated via python-pptx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