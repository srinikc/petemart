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D4A03C"/>
                </a:solidFill>
                <a:latin typeface="Calibri"/>
              </a:defRPr>
            </a:pPr>
            <a:r>
              <a:t>PeteMart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Enterprise Architecture Blueprint — Dual Architecture Design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274320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Architecture Review Package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Agent 03 — Senior Enterprise Solution Architect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Presented for: Higher Management / CTO Review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Date: May 2026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Coverage: Full Product Architecture + Zero-Cost POC Blueprint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Status: 103 Requirements Mapped | All Guardrails Passed 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Executive Summary — Dual Architecture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Two blueprints: Full Product (5,000+ merchants) + POC (8 merchants, ₹0/month)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5638C"/>
                </a:solidFill>
                <a:latin typeface="Calibri"/>
              </a:defRPr>
            </a:pPr>
            <a:r>
              <a:t>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Requirements Mapped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18872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POC Requirements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B1FA2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Database Tables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18872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03C"/>
                </a:solidFill>
                <a:latin typeface="Calibri"/>
              </a:defRPr>
            </a:pPr>
            <a:r>
              <a:t>₹0/mo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POC Cloud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638C"/>
                </a:solidFill>
                <a:latin typeface="Calibri"/>
              </a:defRPr>
            </a:pPr>
            <a:r>
              <a:t>Architecture Principles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API-First: All frontends consume same RESTful API (/api/v1/*)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Web (Next.js), Mobile (Expo RN), Third-party integrations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Serverless-First: Supabase (Postgres/Auth/Storage/Realtime)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eliminates dedicated backend servers in POC; scales to production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Zero-Cost POC: Only free tiers — Supabase Free, Vercel Hobby,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Railway $5 credit, GitHub Pages, Expo Go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AI-Enhanced UI: Google Stitch is PRIMARY UI design tool —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generates React code from NL prompts (@google/stitch-sdk)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Multi-Tenancy: Each merchant gets isolated microsite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with white-label theming and Row Level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638C"/>
                </a:solidFill>
                <a:latin typeface="Calibri"/>
              </a:defRPr>
            </a:pPr>
            <a:r>
              <a:t>Key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175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Web-first, mobile later (PWA + Expo Go for POC)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Supabase PostgreSQL &gt; Firestore/MongoDB (RLS + maturity)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Google Stitch &gt; Figma/Sketch (AI-native generation)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Razorpay &gt; Stripe/Cashfree (India-dominant + subaccount)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PgFTS &gt; Algolia/Elasticsearch (free, sufficient for POC)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WhatsApp Business API &gt; Twilio (free tier + India ubiquity)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Next.js SSR &gt; SPA (SEO for merchant microsites)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No i18n for POC (English + hardcoded Kannada)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Single admin for POC (full RBAC in production)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Manual merchant onboarding for pilot (automation later)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System Context Diagram — C4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PeteMart platform interacting with 5 user types and 7 external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474720" cy="4114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Users (5)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Customer / B2B Buyer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Pete Merchant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Delivery Partner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Platform Admin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UI Designer (Agent 07a)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80160"/>
            <a:ext cx="34747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280160"/>
            <a:ext cx="34747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PeteMart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78308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Web App (Next.js 15 + shadcn/ui)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Mobile App (Expo React Native)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Courier App (Expo React Native)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Supabase (Postgres + Auth + Storage + Realtime)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API Gateway (Next.js Middleware)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280160"/>
            <a:ext cx="34747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280160"/>
            <a:ext cx="347472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39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External Systems (7)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39" y="178308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Razorpay — Payment Gateway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WhatsApp Business API — Enquiry/Notifications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Google Maps — Geocoding/Directions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Google Gemini — AI Inference (Try-On, Moderation)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Google Stitch — AI UI Generation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ShipRocket — National Shipping Labels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Bullion Rate API — Live Gold/Silver 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alibri"/>
              </a:defRPr>
            </a:pPr>
            <a:r>
              <a:t>All diagrams rendered in Mermaid.js — viewable on GitHub, Notion, or mermaid.live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Container Diagram — C4 Level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All containers with technology stack and interactions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4114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347471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Next.js 15 + shadcn/ui + Tailwind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Vercel Hobby (POC) / Pro (Production)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SSR, PWA, Service Worker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Expo React Native + NativeWind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Expo Go (POC) / EAS Build (Prod)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Google Stitch (@google/stitch-sdk)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350 std + 200 pro generations/mo 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749039" cy="4114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2344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691640"/>
            <a:ext cx="347471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Next.js API Routes (/api/v1/*)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Rate limiting (Token Bucket)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Zod validation + JWT auth middleware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Supabase Edge Functions (Deno)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500K invocations/mo FREE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Payment webhooks, delivery logic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749039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2344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691640"/>
            <a:ext cx="347471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Supabase PostgreSQL (35 tables)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500MB FREE / 8GB Pro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Row Level Security per merchant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Redis Cache (Upstash Free)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100MB, product catalog TTL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Supabase Storage (S3-compatible)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1GB FREE / 100GB + Pro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Supabase Realtime (WebSocket)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200 concurrent 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alibri"/>
              </a:defRPr>
            </a:pPr>
            <a:r>
              <a:t>35 DB tables → 15 in POC | All frontends consume same REST API | Caching: Redis + Supabase query cache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Technology Stack —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Every layer evaluated against alternatives with clear rationale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2286000"/>
                <a:gridCol w="5669280"/>
              </a:tblGrid>
              <a:tr h="35356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Chosen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Alternatives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Google Stitch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Figma, Sketch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AI-native NL→UI generation; FREE; React code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Web Frontend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Next.js 15 / shadcn/ui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Nuxt, SvelteKit, SPA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SSR for SEO (microsites); Vercel-native; accessible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Expo React 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Flutter, Swift/Kotlin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Expo Go free testing; shared web logic; NativeWind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Supabase PostgreSQL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Firestore, MongoDB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Maturity + RLS + Auth + Storage + Realtime ($0)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Edge Functions + API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Express, FastAPI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Serverless; co-located with DB; Deno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Supabase Auth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Auth0, Clerk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Built-in; OTP/phone; JWT; RLS integration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Razorpay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Stripe, Cashfree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India-dominant; test mode free; subaccount Route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Cache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Upstash Redis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ElastiCache, self-hosted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$9/mo production; free tier for POC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PgFTS → Meilisearch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Algolia, Elasticsearch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PgFTS free; Meilisearch $29/mo for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AI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Gemini (Free) → Pro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OpenAI, Claude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60 req/min free; multilingual; Stitch-native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GitHub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GitLab CI, CircleCI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Free for public repos; tight GitHub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Sentry + Vercel Analytics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Datadog, NewRelic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Sentry free (5K errors); built-in Vercel RUM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Messaging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WhatsApp Business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Twilio, MSG91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1K convos/mo free; India ubiquity; deep links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Hosting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Vercel + Supabase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AWS, GCP, Azure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Vercel Hobby free; Supabase free; serverless-first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Google Stitch — AI-Powered UI Generation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PRIMARY UI design tool for PeteMart. Generates React code from natural language prompts.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Calibri"/>
              </a:defRPr>
            </a:pPr>
            <a:r>
              <a:t>550/mo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FREE Generations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188720"/>
            <a:ext cx="18288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325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5638C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783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Screens Generated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188720"/>
            <a:ext cx="18288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325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B1FA2"/>
                </a:solidFill>
                <a:latin typeface="Calibri"/>
              </a:defRPr>
            </a:pPr>
            <a:r>
              <a:t>MCP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783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Programmatic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188720"/>
            <a:ext cx="2286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325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03C"/>
                </a:solidFill>
                <a:latin typeface="Calibri"/>
              </a:defRPr>
            </a:pPr>
            <a:r>
              <a:t>DESIGN.md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Token Handoff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Why Google Stitch is PRIMARY UI Tool: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AI-Native Design: Unlike Figma (manual) or Sketch (static),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Stitch generates UI from natural language prompts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MCP SDK Integration (@google/stitch-sdk):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  stitch.generate() — React components from NL prompts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  stitch.design() — Full design system tokens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  stitch.export() — React code + HTML + DESIGN.md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  stitch.prototype() — Interactive multi-screen prototypes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Zero-Cost: 350 standard + 200 pro gens/month FREE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(~40 gens needed for entire POC)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DESIGN.md Workflow: Exports color palette, typography,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spacing grid, component variants, breakpoints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688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Stitch Integration Pipeline: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Agent 07a (UI) writes NL prompts →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Stitch SDK generates React .tsx →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DESIGN.md tokens exported →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Tailwind config auto-updated →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Components integrated into Next.js app →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Screenshots generated for human review →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Stitch-generated screens for POC: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Landing Page w/ Pete Tapestry (2 gens)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Product Catalog &amp; Search (2 gens)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Product Cards (Mode A/B/C badges) (2 gens)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Multi-Store Cart &amp; Checkout (2 gens)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Merchant Store Microsite (2 gens)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Merchant Dashboard (2 gens)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Admin Console (2 gens)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Order Tracking Dashboard (1 gen)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Review Interface (1 gen)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Voice Canvas also supported for accessibility.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Data Flow — End-to-End Order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Mode A (Direct Purchase) full flow from Browse to Settlement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8288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828800" cy="4114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234440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Browse &amp; Cart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691640"/>
            <a:ext cx="16824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Customer browses products across Pete markets</a:t>
            </a:r>
          </a:p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Adds items from Merchant A + Merchant B to cart</a:t>
            </a:r>
          </a:p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Cart service validates stock &amp; pricing</a:t>
            </a:r>
          </a:p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Multi-store consolidation flag 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188720"/>
            <a:ext cx="18288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40280" y="1188720"/>
            <a:ext cx="182880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13432" y="1234440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2. Checkout &amp; Fee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1691640"/>
            <a:ext cx="16824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Delivery fee calculator (zone + weight + consolidation)</a:t>
            </a:r>
          </a:p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Example: 3 merchants, Zone 2 → ₹130 total</a:t>
            </a:r>
          </a:p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Razorpay order created via Route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188720"/>
            <a:ext cx="18288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188720"/>
            <a:ext cx="1828800" cy="41148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1234440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3. 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1691640"/>
            <a:ext cx="16824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Customer pays via UPI / Card / Wallet</a:t>
            </a:r>
          </a:p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Razorpay webhook: payment.captured</a:t>
            </a:r>
          </a:p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Signature + amount verified server-side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199" y="1188720"/>
            <a:ext cx="18288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199" y="1188720"/>
            <a:ext cx="18288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1" y="1234440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4. Fulfillment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1" y="1691640"/>
            <a:ext cx="16824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Order split by merchant (consolidation_id)</a:t>
            </a:r>
          </a:p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Courier assigned (zone-based)</a:t>
            </a:r>
          </a:p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Notifications sent to all parties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188720"/>
            <a:ext cx="18288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188720"/>
            <a:ext cx="1828800" cy="4114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1234440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5. Pickup &amp; 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1691640"/>
            <a:ext cx="16824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Courier picks up from Merchant A → Merchant B</a:t>
            </a:r>
          </a:p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Items consolidated at Chickpet micro-hub</a:t>
            </a:r>
          </a:p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GPS location broadcast (30s intervals)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04120" y="1188720"/>
            <a:ext cx="18288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04120" y="1188720"/>
            <a:ext cx="182880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7272" y="1234440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6. Delivery &amp; Settle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77272" y="1691640"/>
            <a:ext cx="16824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Last-mile delivery to customer</a:t>
            </a:r>
          </a:p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Order status → DELIVERED</a:t>
            </a:r>
          </a:p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Settlement timer T+3 → Razorpay Route API payout</a:t>
            </a:r>
          </a:p>
          <a:p>
            <a:pPr>
              <a:spcAft>
                <a:spcPts val="300"/>
              </a:spcAft>
              <a:defRPr sz="800">
                <a:solidFill>
                  <a:srgbClr val="2C2C2C"/>
                </a:solidFill>
                <a:latin typeface="Calibri"/>
              </a:defRPr>
            </a:pPr>
            <a:r>
              <a:t>Customer prompted to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API Strategy &amp; Rate Limiting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API-First: All frontends (Web, Mobile, Courier) consume same REST API with token bucket rate limiting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1828800"/>
                <a:gridCol w="1371600"/>
                <a:gridCol w="4754880"/>
              </a:tblGrid>
              <a:tr h="35169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 Limit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/api/v1/products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GET/POST/PUT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100/min per 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Public + 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Product catalog CRUD with pagination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/api/v1/auth/*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10/min per phone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Phone OTP login + JWT generation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/api/v1/orders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GET/POST/PUT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60/min per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Order lifecycle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/api/v1/cart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GET/POST/PUT/DELETE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60/min per user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JWT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Multi-store cart operations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/api/v1/checkout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30/min per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Checkout + delivery fee calculation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/api/v1/merchants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GET/POST/PUT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60/min per IP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JWT (Admin)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Merchant profile management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/api/v1/whatsapp/deeplink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30/min per 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WhatsApp deep link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/api/v1/directions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100/min per IP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Google Maps directions + geocoding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/api/v1/tracking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GET/PUT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300/min per courier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GPS tracking (30s intervals)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/api/v1/admin/*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GET/POST/PUT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60/min per admin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JWT (Admin)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Admin console operations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/api/v1/bullion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60/min per 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Public+cache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Live gold/silver rates (cached 5min)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/api/v1/notifications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30/min per user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JWT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Send SMS/email/push notifications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alibri"/>
              </a:defRPr>
            </a:pPr>
            <a:r>
              <a:t>Rate Limiting Algorithm: Token Bucket | Implementation: Next.js Middleware + Zod Validation | POC: Basic rate limiting via middleware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Security Architecture — 10-Layer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Comprehensive security framework across all application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097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09728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1: Transport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822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HTTPS/TLS 1.3 (Vercel + Supabase)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HSTS headers enforced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Certificate auto-renewal (Let's Encrypt)</a:t>
            </a:r>
          </a:p>
        </p:txBody>
      </p:sp>
      <p:sp>
        <p:nvSpPr>
          <p:cNvPr id="9" name="Rectangle 8"/>
          <p:cNvSpPr/>
          <p:nvPr/>
        </p:nvSpPr>
        <p:spPr>
          <a:xfrm>
            <a:off x="1435608" y="1188720"/>
            <a:ext cx="1097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35608" y="1188720"/>
            <a:ext cx="10972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2768" y="1234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2: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691640"/>
            <a:ext cx="822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Supabase Auth (Phone OTP + JWT)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JWT expiry: 1hr access, 30d refresh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Role-based: Customer / Merchant / Admin / Courier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96896" y="1188720"/>
            <a:ext cx="1097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96896" y="1188720"/>
            <a:ext cx="1097280" cy="4114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4056" y="1234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3: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4056" y="1691640"/>
            <a:ext cx="822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Rate limiting (Token Bucket)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Request validation (Zod schemas)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CORS whitelist (petemart domains)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SQL injection prevention (parameterized queries)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58184" y="1188720"/>
            <a:ext cx="1097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58184" y="1188720"/>
            <a:ext cx="1097280" cy="4114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95344" y="1234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4: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5344" y="1691640"/>
            <a:ext cx="822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Row Level Security per merchant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RLS policies: SELECT/INSERT/UPDATE/DELETE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Encrypted at rest (Supabase managed)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9472" y="1188720"/>
            <a:ext cx="1097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19472" y="1188720"/>
            <a:ext cx="10972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56632" y="1234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5: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2" y="1691640"/>
            <a:ext cx="822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RLS on storage buckets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Image transformation URLs signed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Public bucket for store images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188720"/>
            <a:ext cx="1097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1188720"/>
            <a:ext cx="1097280" cy="41148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234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6: Payments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691640"/>
            <a:ext cx="822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Razorpay webhook signature verification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Amount validation server-side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Test mode for POC (no real transactions)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42048" y="1188720"/>
            <a:ext cx="1097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42048" y="1188720"/>
            <a:ext cx="109728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208" y="1234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7: Secrets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9208" y="1691640"/>
            <a:ext cx="822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All secrets in Vercel env vars (encrypted)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No .env committed to git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Secrets rotation policy documented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03336" y="1188720"/>
            <a:ext cx="1097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03336" y="1188720"/>
            <a:ext cx="10972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0496" y="1234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8: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0496" y="1691640"/>
            <a:ext cx="822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GST invoice generation (BE-015)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TCS compliance for e-commerce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Basic privacy policy (GDPR-readiness)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64624" y="1188720"/>
            <a:ext cx="1097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64624" y="1188720"/>
            <a:ext cx="1097280" cy="4114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1784" y="1234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9: 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1784" y="1691640"/>
            <a:ext cx="822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Sentry error tracking (5K errors free)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Vercel Analytics (RUM + Web Vitals)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Supabase Dashboard (DB monitoring)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725912" y="1188720"/>
            <a:ext cx="1097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725912" y="1188720"/>
            <a:ext cx="1097280" cy="4114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63072" y="1234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10: Testing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63072" y="1691640"/>
            <a:ext cx="822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Dependabot auto-dependency scanning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Snyk vulnerability scanning (Team $25/mo)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OWASP ZAP security scan in CI/CD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Infrastructure Costing — POC vs Full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POC: ₹0/month cloud cost | Production: ₹32,465/month (5,000 merchants)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669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POC Phase — ₹0 / Month Cloud Cost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828800"/>
          <a:ext cx="5303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188720"/>
              </a:tblGrid>
              <a:tr h="34290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Vercel Hobby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Supabase Free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Railway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$5 credit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₹0 (~₹415 one-time)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Expo Go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Google Stitch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Free (550 gens)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Google Gemini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Free (60 req/min)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Razorpay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Test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WhatsApp Business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Free (1K convos)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GitHub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Free (2K 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Sentry Free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Free (5K errors)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Total Cloud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₹0 /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17920" y="1188720"/>
            <a:ext cx="5669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669280" cy="45720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Full Production — ₹32,465 / Month (5,000 merchants)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1828800"/>
          <a:ext cx="5303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371600"/>
              </a:tblGrid>
              <a:tr h="316523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Monthly (₹)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Vercel Pro (×2)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$20/mo ×2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₹3,370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Supabase Pro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$25/mo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₹2,100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Storage Add-on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$10/100GB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Upstash Redis Pro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$9/mo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₹760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Meilisearch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$29/mo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₹2,440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Google Maps API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Pay-as-you-go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₹3,000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WhatsApp 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Convo-based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SendGrid Essentials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50K emails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₹1,200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Gemini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Usage-based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Sentry Team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$26/mo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₹2,200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Domain, Monitoring,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Various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₹8,555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Total Cloud Cost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₹32,465 / MONTH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POC Scope — 8-Merchant Pilot (₹0/month)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48 of 103 requirements | 9 merchant profiles (8 unique + 1 branch) in Chickpet &amp; Balepet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645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Requirements 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188720"/>
            <a:ext cx="1645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325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5638C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Pilot Merchants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188720"/>
            <a:ext cx="1645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325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B1FA2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DB Tables (POC)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188720"/>
            <a:ext cx="2286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25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03C"/>
                </a:solidFill>
                <a:latin typeface="Calibri"/>
              </a:defRPr>
            </a:pPr>
            <a:r>
              <a:t>2 Markets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Chickpet + Balepet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246888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1371600"/>
                <a:gridCol w="822960"/>
                <a:gridCol w="822960"/>
              </a:tblGrid>
              <a:tr h="3200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Merchant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Readiness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POC Modes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Tarun Enterprises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Chickpet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Textiles Wholesale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B,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Sri Vari Traders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Balepet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Outdoor Equipment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A, B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Samskruti Silks (Store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Chickpet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Silk Sarees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A, B,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Samskruti Silks (Branch)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Chickpet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Silk Sarees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A, B, C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flowers2u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Balepet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Florist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A,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The Pastry Cafe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Balepet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Bakery &amp; Cafe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A, C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Sri Vinayaka Textorium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Balepet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Textiles &amp; Fabrics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B,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Sanjana Apparels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Balepet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Apparel &amp; Clothing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A, B, C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Madhumathi Men's Ethnic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Balepet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Ethnic Wear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A, B,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13232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Requirements Breakdown (POC):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UI/UX: 12 of 24 (P0 screens)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API: 8 of 13 (core endpoints)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Backend/Data: 12 of 26 (core schema)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Commerce: 4 of 10 (basic checkout)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Infra/Security: 6 of 11 (free tier)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Performance: 2 of 3 (baseline)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Maintenance: 2 of 5 (basic)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DR: 1 of 4 (Supabase backups)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Funnels: 1 of 4 (PWA)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POC Success Criteria: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9/9 merchants with live store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≥20 products per merchant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≥10 test orders (Mode A)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≥5 WhatsApp clicks (Mode B)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≥5 Directions clicks (Mode C)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LCP &lt; 2.5s | API &lt; 300ms p95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Deployment Topology — Zero-Cost Free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100% free deployment: Vercel Hobby + Supabase Free + Railway $5 credit + GitHub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Vercel Hobby (FREE)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347471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Next.js 15 App (SSR + PWA)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API Routes (/api/v1/*)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Vercel Edge Network (Global CDN)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100GB BW, 100 builds/day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Vercel Analytics (Web Vitals)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Service Worker (Offline Cache)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Domain: petemart-poc.vercel.app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749039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749039" cy="4114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2344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Supabase Free (FREE)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691640"/>
            <a:ext cx="347471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PostgreSQL 15 (500MB DB)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Auth (Phone OTP + JWT, 50K users)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Storage (1GB, Image CDN)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Realtime (200 concurrent WebSocket)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Edge Functions (Deno, 500K invocations)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Daily automated backups (included)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Domain: project.supabase.co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749039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749039" cy="4114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2344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Railway + GitHub (FREE)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691640"/>
            <a:ext cx="347471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Railway: $5 credit for cron jobs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Bullion rate fetcher, session cleanup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GitHub Pages: Architecture docs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petemart.github.io (static hosting)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GitHub Actions: CI/CD (2K min/mo)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Dependabot: Auto-dependency updates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Expo Go: Mobile app local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4864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274320" y="5486400"/>
            <a:ext cx="11430000" cy="1097280"/>
          </a:xfrm>
          <a:prstGeom prst="rect">
            <a:avLst/>
          </a:prstGeom>
          <a:solidFill>
            <a:srgbClr val="F0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577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External Services: Razorpay Test Mode | WhatsApp Business API (1K convos/mo free) | Google Maps ($200/mo credit) | Google Gemini (60 req/min free) | Sentry (5K errors/mo free)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No custom domains needed — use *.vercel.app, *.supabase.co subdomains. POC cloud cost = ₹0/month. Production: Vercel Pro + Supabase Pro → ₹32,465/mo for 5K merchants.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Caching Strategy &amp; Message Queue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Multi-layer caching + event-driven webhook architecture for high concurrency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669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6692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Caching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Layer 1: Browser Cache (Service Worker)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Static assets, product images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PWA offline support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Layer 2: Redis (Upstash Free/Pro)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Product catalog (TTL: 5 min)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Session data (TTL: 30 min)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Merchant config (TTL: 15 min)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Bullion rates (TTL: 5 min, cached)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Layer 3: Supabase Query Cache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Frequent queries auto-cached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Prepared statements for perf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Layer 4: CDN (Vercel Edge)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Static pages, images, API responses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→ Global edge network (100+ locations)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669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669280" cy="4114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Message Queue / Event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9164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Event-driven via Supabase Realtime: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Order Placed →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  • Razorpay payment webhook listener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  • Notification service (SMS/Email/Push)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  • Courier assignment engine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  • Analytics event log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Payment Captured →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  • Order status update (CONFIRMED)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  • Inventory deduction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  • Merchant notification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  • Settlement timer start (T+3)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Delivery Status Change →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  • GPS broadcast to courier app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  • Customer tracking dashboard update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  • Analytics pipeline trigger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Webhook Flow: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  Razorpay → Edge Function → DB Write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    → Realtime broadcast → UI update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Multi-Layer Testing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5-layer automated testing with CI/CD gates and coverage thresholds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1031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1031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1</a:t>
            </a:r>
            <a:br/>
            <a:r>
              <a:t>Unit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20"/>
            <a:ext cx="1828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Framework: Vitest + React Testing Library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Coverage: 80%+ (all components)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Scope: Components, hooks, utils, API routes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Run: On every `git push` (pre-commit hook)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Gate: &lt;80% = BLOCKED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371600"/>
            <a:ext cx="21031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1371600"/>
            <a:ext cx="2103120" cy="4114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2</a:t>
            </a:r>
            <a:br/>
            <a:r>
              <a:t>Integration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874520"/>
            <a:ext cx="1828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Framework: Supertest + MSW (Mock Service Worker)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Coverage: API endpoint contracts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Scope: Request/response validation, auth flows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Run: On PR to develop branch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Gate: Any failure = BLOCKED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371600"/>
            <a:ext cx="21031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371600"/>
            <a:ext cx="2103120" cy="4114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3</a:t>
            </a:r>
            <a:br/>
            <a:r>
              <a:t>E2E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874520"/>
            <a:ext cx="1828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Framework: Playwright (Web) + Detox (Mobile)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Coverage: Critical user journeys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Scope: Cart→Checkout→Payment→Tracking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Run: On PR to staging branch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Gate: Critical path failure = BLOCKED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1371600"/>
            <a:ext cx="21031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0" y="1371600"/>
            <a:ext cx="210312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4</a:t>
            </a:r>
            <a:br/>
            <a:r>
              <a:t>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1874520"/>
            <a:ext cx="1828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Framework: k6 + Lighthouse CI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Target: LCP &lt; 2.5s, API &lt; 200ms p95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Scope: Load test (100 concurrent users)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Run: Pre-release to staging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Gate: p95 &gt; 500ms = BLOCKED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1371600"/>
            <a:ext cx="21031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18320" y="1371600"/>
            <a:ext cx="210312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5</a:t>
            </a:r>
            <a:br/>
            <a: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1874520"/>
            <a:ext cx="1828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Tools: OWASP ZAP + Snyk + Dependabot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Scope: XSS, SQLi, CSRF, dependency scan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Run: Weekly + on production release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Gate: Critical vuln = BLOCKED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Snyk Team: $25/mo (production)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CI/CD Gate: Unit → Integration → E2E → Performance → Security → Staging → Production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Quality Guardrail Verification — All 5 Guardrails ✅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Automated quality checks enforced by Supervisor Agent 00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12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✅ Multi-Layer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1430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5 testing layers defined (Unit → Integration → E2E → Perf → Security)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CI/CD gates with blocker criteria for each layer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80%+ unit test coverage threshold enforced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Playwright E2E for critical user journeys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94560"/>
            <a:ext cx="11612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73152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✅ API Gateway Rate Limiting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402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Token Bucket algorithm with per-endpoint rate limits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12 endpoint groups with specific rate limits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Next.js Middleware + Zod validation implementation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POC: basic rate limiting via middleware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91840"/>
            <a:ext cx="11612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291840"/>
            <a:ext cx="73152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✅ Infra Cost Dynamic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3375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5 scaling thresholds: 8→50→500→2,000→5,000+ merchants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Cost scales progressively from ₹0 → ₹32,465 → ₹2,50,000+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Auto-scaling triggers: CPU &gt; 70%, Memory &gt; 70%, Latency &gt; 500ms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Each threshold has mapped infra tier and 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389119"/>
            <a:ext cx="11612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389119"/>
            <a:ext cx="73152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348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✅ POC Path Mapped to Full 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434839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POC = 48 of 103 requirements (47%), clearly documented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Each built component linked to full-architecture container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Each deferred component has deferral reason + target tier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POC deployment topology built from same components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486400"/>
            <a:ext cx="11612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5486400"/>
            <a:ext cx="73152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532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✅ Architectural Diagrams Produced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5321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System Context (C4 L1), Container (C4 L2), Data Flow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Deployment Topology, POC Scope, Google Stitch Pipeline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WhatsApp Integration, Consolidated Delivery, Component Matrix</a:t>
            </a:r>
          </a:p>
          <a:p>
            <a:pPr>
              <a:spcAft>
                <a:spcPts val="300"/>
              </a:spcAft>
              <a:defRPr sz="900">
                <a:solidFill>
                  <a:srgbClr val="2C2C2C"/>
                </a:solidFill>
                <a:latin typeface="Calibri"/>
              </a:defRPr>
            </a:pPr>
            <a:r>
              <a:t>All diagrams in Mermaid.js — viewable on GitHub/Notion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Scaling Strategy — From 8 Merchants to 5,000+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Progressive infrastructure scaling with clear cost and milestone thresholds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2560320"/>
                <a:gridCol w="1371600"/>
                <a:gridCol w="438912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Merchants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DB Size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Infra Tier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Services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~10MB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Supabase Free + Vercel Hobby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All free tiers; no Redis/Meilisearch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~100MB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Supabase Pro + Vercel Pro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₹5,500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Add Redis ($9); PgFTS sufficient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~1GB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Supabase Pro + Vercel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₹12,500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Add Meilisearch ($29); Sentry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2,000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~4GB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Supabase Pro + Vercel Pro ×2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₹32,465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Full monitoring; ShipRocket active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5,000+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~10GB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Supabase Enterprise + Vercel 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₹2,50,000+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Multi-region; DR; dedicated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3931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Auto-Scaling Triggers: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CPU &gt; 70% → Scale up compute tier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Memory &gt; 70% → Scale up database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API Latency &gt; 500ms p95 → Add caching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Daily Active Users &gt; 10K → Review arch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Error Rate &gt; 1% → Investigate and rollback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POC to Production Migration Path: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1. Start: Supabase Free + Vercel Hobby (₹0)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2. At 50 merchants: Upgrade to Pro tiers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3. At 500: Add Meilisearch + enhanced monitoring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4. At 2,000: Multi-region readiness + 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931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Multi-City Expansion Architecture: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Each new city = new market cluster: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Add city to geo_hierarchy table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Markets created under city (DB-driven)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Merchants register under market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Delivery zones created per city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• Separate micro-hubs per cluster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No code changes needed for cities: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All configuration is database-driven.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City selector in UI reads from DB.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Target Cities (Year 2):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Mysore, Mangalore, Hubli, Davangere</a:t>
            </a:r>
          </a:p>
          <a:p>
            <a:pPr>
              <a:spcAft>
                <a:spcPts val="3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→ 5,000+ merchants across Karnataka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D4A03C"/>
                </a:solidFill>
                <a:latin typeface="Calibri"/>
              </a:defRPr>
            </a:pPr>
            <a:r>
              <a:t>PeteMart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Enterprise Architecture Blueprint — Ready for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Dual Architecture: Full Product (103 reqs) + POC (48 reqs, ₹0/month)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All 5 Quality Guardrails: ✅ PASS | All Diagrams: ✅ Produced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POC: 9 merchants · 15 tables · 3 modes · Zero-cost · 6-8 weeks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Production: ₹32,465/mo cloud | Scale to 5,000+ merchants across Karnataka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Next Phase: Agent 04 (Prototype) builds the POC workspace</a:t>
            </a:r>
          </a:p>
          <a:p>
            <a:pPr>
              <a:spcAft>
                <a:spcPts val="3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Awaiting GATE-TECH-STACK-01 &amp; GATE-COSTING-01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03C"/>
                </a:solidFill>
                <a:latin typeface="Calibri"/>
              </a:defRPr>
            </a:pPr>
            <a:r>
              <a:t>Thank You | Questions &amp; Architecture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