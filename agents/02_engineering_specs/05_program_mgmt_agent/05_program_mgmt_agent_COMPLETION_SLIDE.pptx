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05 Program Mgmt Agent — Completion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DDDDD"/>
                </a:solidFill>
                <a:latin typeface="Calibri"/>
              </a:defRPr>
            </a:pPr>
            <a:r>
              <a:t>05_program_mgmt_agent | Senior Agile Program Manager &amp; Scrum Master | Phase 2: Project Management &amp; Infrastructure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548640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7D32"/>
                </a:solidFill>
                <a:latin typeface="Calibri"/>
              </a:defRPr>
            </a:pPr>
            <a:r>
              <a:t>Key Deliverables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5029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26 Epics decomposed from 103 requirements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113 User Stories with acceptance criteria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12 Sprints (24 weeks) delivery timeline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MVP = Sprints 1-6 (12 weeks, auth-first)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Jira-ready story map with dependency mapping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6 Review Gates with quality criteria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280160"/>
            <a:ext cx="548640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371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7D32"/>
                </a:solidFill>
                <a:latin typeface="Calibri"/>
              </a:defRPr>
            </a:pPr>
            <a:r>
              <a:t>Key Metrics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737360"/>
            <a:ext cx="5029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Epics: 26 | User Stories: 113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Sprints: 12 (24 weeks full product)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MVP: Sprints 1-6 (12 weeks)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Story Points (est.): ~850 total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Dependencies Mapped: Cross-functional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Sprint Velocity Target: 70-80 pts/sprint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937760"/>
            <a:ext cx="1124712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5029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C2C2C"/>
                </a:solidFill>
                <a:latin typeface="Calibri"/>
              </a:defRPr>
            </a:pPr>
            <a:r>
              <a:t>Status: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5029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7D32"/>
                </a:solidFill>
                <a:latin typeface="Calibri"/>
              </a:defRPr>
            </a:pPr>
            <a:r>
              <a:t>Approved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5029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  <a:latin typeface="Calibri"/>
              </a:defRPr>
            </a:pPr>
            <a:r>
              <a:t>Date: 2026-05-30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394960"/>
            <a:ext cx="10881360" cy="36576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5778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Calibri"/>
              </a:defRPr>
            </a:pPr>
            <a:r>
              <a:t>PeteMart Agentic Framework | Supervisor: Agent 00 | Generated via python-pptx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