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02 Requirement Agent — Completion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02_requirement_agent | Enterprise Product Manager | Phase 1: Front-Office &amp; Architectural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38C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Enterprise PRD with 103 requirements across 10 categories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13 end-to-end user workflows mapped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65 detailed use cases defined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5 user personas created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Priorities: 42 P0, 41 P1, 16 P2, 4 P3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Deployment cost projections per requirement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38C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Total Requirements: 103 (v2.0 from 46)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P0+P1 Critical/High: 83 (80.6%)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Top Categories: Backend 26 | UI/UX 24 | API 13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User Personas: 5 (Customer, Merchant, Delivery, Admin, B2B)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MVP Scope: 42 P0 requirements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10 Requirement Categories defined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Approved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Date: 2026-05-30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88136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PeteMart Agentic Framework | Supervisor: Agent 00 | Generated via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