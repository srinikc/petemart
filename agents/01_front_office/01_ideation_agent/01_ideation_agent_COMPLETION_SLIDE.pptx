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01 Ideation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01_ideation_agent | Product Marketing &amp; Market Knowledge Expert | Phase 1: Front-Office &amp; Architectural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Comprehensive business proposal with UVP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406 merchants profiled across 21 Pete markets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17 enriched fields per merchant (timings, payments, GST, etc.)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3-tier subscription model (Starter/Growth/Premium)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Revenue model: 4% B2C / 1.5% B2B commission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12 category taxonomies mapped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Markets Mapped: 21 Pete areas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Merchants Profiled: 406 (from 392 → v3.0)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Avg Merchant Rating: 4.53/5.0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Tiers: Starter 19.7% | Growth 75.4% | Premium 4.9%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Est. Monthly Burn: Rs 43K - 63K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Break-Even: Month 6 (150 paid sellers)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