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07A Ui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07a_ui_agent | Frontend &amp; Mobile Interface Engineer | Phase 3: Execution &amp; Implementation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23+ screens built across 3 personas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Customer: 12 screens (Landing → Auth → Shop → Cart → Checkout → Track)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Merchant: 6 screens (Dashboard, Products, Orders, Analytics, QR, Settings)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Admin: 5 screens (Dashboard, Approvals, Merchants, Analytics, Config)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Full design system (Gold + Burgundy + Cream)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Supabase Auth with 3 demo accounts + OTP login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Total Screens: 23 (Customer 12 + Merchant 6 + Admin 5)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Design System: Tailwind config with brand tokens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Auth: Phone OTP with 3 persona roles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i18n: 100+ strings, every screen has help text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Test Coverage: 82% (40 tests, 4 suites)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Codebase: 50 files, ~8,500 LOC (Next.js 15 + React 19)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62828"/>
                </a:solidFill>
                <a:latin typeface="Calibri"/>
              </a:defRPr>
            </a:pPr>
            <a:r>
              <a:t>Pending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