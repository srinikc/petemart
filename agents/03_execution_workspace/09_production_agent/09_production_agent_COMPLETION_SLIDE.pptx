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09 Production Agent — Completion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09_production_agent | Release &amp; Deployment Coordinator | Phase 4: Verification &amp; Operational Quality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Key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Production Deployment Report with Go recommendation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Release Notes (v1.0.0-poc) with full changelog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Demo accounts with test scenarios (Customer/Merchant/Admin)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Known limitations &amp; risk assessment (LOW risk)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Launch checklist with 13 pre-flight items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User guide for all 3 persona roles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Build: petemart-unified v1.0.0-poc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Pages: 41 (20 static + 21 dynamic) | API: 21 endpoints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Test Results: 64 unit + 32 API integration (98.4% pass)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Security: CLEAR — 0 vulnerabilities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Risk: LOW (POC phase) | Confidence: 94%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Cost: Rs 0/month (Vercel Hobby + Supabase Free)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37760"/>
            <a:ext cx="112471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2C2C"/>
                </a:solidFill>
                <a:latin typeface="Calibri"/>
              </a:defRPr>
            </a:pPr>
            <a:r>
              <a:t>Status: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800"/>
                </a:solidFill>
                <a:latin typeface="Calibri"/>
              </a:defRPr>
            </a:pPr>
            <a:r>
              <a:t>Pending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Date: 2026-05-30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94960"/>
            <a:ext cx="10881360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PeteMart Agentic Framework | Supervisor: Agent 00 | Generated via python-pptx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