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 Customer Onboarding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11_customer_onboarding_agent | CRM &amp; Operations Specialist | Phase 5: Post-Delivery, Feedback &amp; 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80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Customer acquisition pipeline design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Merchant tier account provisioning workflows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Billing integration with monetization parameters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Customer tracking dashboard with usage metrics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Support ticket ingestion system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Automated defect routing to Jira backlog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80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Acquisition Funnel: 3-stage (Awareness → Signup → Activation)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Merchant Tiers: Starter/Growth/Premium mapped to billing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Support Interface: Log collection with screenshot + context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Defect Routing: Auto-creates Jira issues from support tickets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Billing Audit: Transaction fee + usage metrics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alibri"/>
              </a:defRPr>
            </a:pPr>
            <a:r>
              <a:t>Pending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