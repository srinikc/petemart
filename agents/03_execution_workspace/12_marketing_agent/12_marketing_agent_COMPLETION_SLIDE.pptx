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 Marketing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12_marketing_agent | Growth &amp; Traffic Automation Specialist | Phase 5: Post-Delivery, Feedback &amp; Maintenance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Multi-channel social media campaign architecture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SEO strategy with meta-tag maps &amp; indexing protocol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Promotional video scripts for Instagram/YouTube/WhatsApp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Traffic monitoring integration with infrastructure metrics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Dynamic marketing cadence adjustment based on load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WhatsApp broadcast campaign templates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Channels: Instagram, Facebook, YouTube, WhatsApp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SEO: Meta-tag injection in all public web pages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Video Scripts: 6 campaign themes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Monitoring: Real-time traffic + load metrics tracking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Cadence: Auto-adjusted based on infra scaling capacity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800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