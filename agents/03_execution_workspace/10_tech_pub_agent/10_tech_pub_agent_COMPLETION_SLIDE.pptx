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Tech Pub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10_tech_pub_agent | Technical Documentation &amp; Localization Specialist | Phase 4: Verification &amp; Operational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A1B9A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Context-aware help files for all 3 user personas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i18n/localization framework with 100+ English strings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Installation &amp; setup guide for local development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System operational handbook for admin users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Style guide compliance review against open-source standards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Release notes for v1.0.0-poc deployment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A1B9A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Help Files: Per-screen assistance on all 25 pages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i18n Strings: 100+ English localization keys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Guides: Installation, Setup, User, Admin, Merchant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Style Compliance: Matches open-source technical writing standards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Coverage: Every user-facing screen has help documentation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