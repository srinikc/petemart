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07D Integration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07d_integration_agent | Systems Assembly Engineer | Phase 3: Execution &amp;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Unified petemart-unified/ Next.js workspace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25 UI pages + 21 API routes integrated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Shared type system (types/index.ts)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Dual-mode data layer (mock for POC / API for prod)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AuthContext with role-based redirects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Security audit: 10/10 quality guardrails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Pages Integrated: 25 (12 customer + 7 merchant + 6 admin)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API Routes: 21 (auth, markets, merchants, products, cart, checkout, orders, tracking, admin, merchant)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Quality Guardrails: 10/10 PASS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Auth: Dual-mode (API-first with mock fallback)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Shared Types: 10+ domain types unified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Languages: 100+ i18n strings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