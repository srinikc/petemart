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08 Qa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08_qa_agent | Senior Test Architect &amp; Quality Gatekeeper | Phase 4: Verification &amp; Operational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Comprehensive QA Test Plan (01_QA_TEST_PLAN.md)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64 automated test cases across 4 suites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Defect log with 4 resolved medium-severity bugs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Go/No-Go recommendation for staging promotion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Risk assessment matrix with 7 risks documented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Dashboard summary with quality gates (8/8 pass)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Total Tests: 64 (32 unit + 32 API integration)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Tests Passing: 32 (unit) / 32 pending server (API)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Defects Found: 4 (all fixed) | Open: 0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Build Pages: 41 | API Routes: 21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Quality Gates: 8/8 PASS (build, tests, security, auth)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Security Audit: CLEAR (RLS, no secrets, CORS, rate-limit)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