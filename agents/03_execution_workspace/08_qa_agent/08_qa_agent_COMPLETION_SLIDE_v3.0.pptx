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Agent 08 - QA Dashboard Enhancements v3.0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C842"/>
                </a:solidFill>
              </a:defRPr>
            </a:pPr>
            <a:r>
              <a:t>Work Order v3.0 Completion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C842"/>
                </a:solidFill>
              </a:rPr>
              <a:t>ITEM-2 (HIGHEST): </a:t>
            </a:r>
            <a:r>
              <a:rPr sz="1300" b="1">
                <a:solidFill>
                  <a:srgbClr val="FFFFFF"/>
                </a:solidFill>
              </a:rPr>
              <a:t>Historical Run Dropdown with Tier+Timestamp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Backfilled run-history.json entries 1-3 with tier/tierLabel fields. Dropdown shows tier + timestamp format. Amber banner for historical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C842"/>
                </a:solidFill>
              </a:rPr>
              <a:t>ITEM-4 (MEDIUM): </a:t>
            </a:r>
            <a:r>
              <a:rPr sz="1300" b="1">
                <a:solidFill>
                  <a:srgbClr val="FFFFFF"/>
                </a:solidFill>
              </a:rPr>
              <a:t>Go/No-Go Textarea + PDF Export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Replaced input with textarea rows=5. Added jsPDF-powered Download as PDF with verdict, comment, timestamp, 3 signature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C842"/>
                </a:solidFill>
              </a:rPr>
              <a:t>ITEM-5 (LOW): </a:t>
            </a:r>
            <a:r>
              <a:rPr sz="1300" b="1">
                <a:solidFill>
                  <a:srgbClr val="FFFFFF"/>
                </a:solidFill>
              </a:rPr>
              <a:t>Fix External Report Links (404)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Created GET /api/qa/reports/status endpoint. Reports show disabled/grayed state with Not generated yet text and hover tooltip with generate command.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C842"/>
                </a:solidFill>
              </a:rPr>
              <a:t>ITEM-1 (MEDIUM): </a:t>
            </a:r>
            <a:r>
              <a:rPr sz="1300" b="1">
                <a:solidFill>
                  <a:srgbClr val="FFFFFF"/>
                </a:solidFill>
              </a:rPr>
              <a:t>Auto-Capture &amp; Auto-Defect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Already implemented in run-tests.js. Captures failures to results.json, 03_DEFECT_LOG.json, 02_DEFECT_LOG.md, and SUPERVISOR_NOTIFICATION.json.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C842"/>
                </a:solidFill>
              </a:rPr>
              <a:t>ITEM-3 (LOW): </a:t>
            </a:r>
            <a:r>
              <a:rPr sz="1300" b="1">
                <a:solidFill>
                  <a:srgbClr val="FFFFFF"/>
                </a:solidFill>
              </a:rPr>
              <a:t>Background Detached Process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Already implemented. run/route.ts uses spawn with detached. status/route.ts serves polling. UI polls every 5s.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9BBDD"/>
                </a:solidFill>
              </a:defRPr>
            </a:pPr>
            <a:r>
              <a:t>Completed: 2026-06-02 18:24 | Status: All Items Implemented | Tests: 148/148 passed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