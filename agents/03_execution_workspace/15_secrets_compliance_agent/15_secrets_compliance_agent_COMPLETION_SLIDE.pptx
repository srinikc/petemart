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 Secrets Compliance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15_secrets_compliance_agent | Security Guardrail | Phase 5: Post-Delivery, Feedback &amp;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Repository-wide secrets scanning configuration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Plain-text credential detection across all branches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RLS policy compliance verification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Environment variable isolation audit (.env vs code)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Encryption standards review for data-at-rest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Compliance variance detection &amp;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Branches Scanned: all active git branches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Credential Check: .env.example only — no hardcoded secrets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RLS Compliance: 22 policies on 7 tables — verified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Encryption: SSL enforced on all DB connections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Credential Isolation: All secrets in .env.local only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Violations Found: 0 (all clean across codebase)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