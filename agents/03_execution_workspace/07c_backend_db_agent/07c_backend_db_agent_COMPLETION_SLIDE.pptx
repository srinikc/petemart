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07C Backend Db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07c_backend_db_agent | Data Infrastructure &amp; Storage Engineer | Phase 3: Execution &amp; 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Complete PostgreSQL schema with 7 tables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22 Row Level Security policies across all tables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34 indexes for query optimization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Migration script with UP/DOWN/VERIFY sections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Seed data: 9 merchants, 270+ products, 13 test accounts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Connection pooling config for Vercel serverless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Tables: 7 (profiles, stores, products, orders, order_items, delivery_tracking, reviews)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RLS Policies: 22 | Indexes: 34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Enums: 6 (user_role, store_status, order_status, etc.)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Seed Merchants: 9 | Seed Products: 270+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Migration: Forward + Rollback scripts included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Pool Config: min 1 / max 5, timeout 10s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Calibri"/>
              </a:defRPr>
            </a:pPr>
            <a:r>
              <a:t>Pending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