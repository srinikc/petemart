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 Maintenance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13_maintenance_agent | Autonomous Remediation &amp; Healing Agent | Phase 5: Post-Delivery, Feedback &amp; 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51B5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Production log monitoring &amp; exception tracking setup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Autonomous diagnostics framework (OpenClaw patterns)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Code error isolation and fix formulation pipeline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Sandboxed patch validation environment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Automated upgrade recommendations for libraries/patches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Structured upgrade recommendation to state ledger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51B5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Monitoring: Production logs + exception tracks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Diagnostics: OpenClaw pattern-based error isolation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Patch Pipeline: Fix → Sandbox → QA → Approval → Deploy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Upgrade Recs: Library version bumps + security patches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Authorization: Human token required before production merge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alibri"/>
              </a:defRPr>
            </a:pPr>
            <a:r>
              <a:t>Pending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