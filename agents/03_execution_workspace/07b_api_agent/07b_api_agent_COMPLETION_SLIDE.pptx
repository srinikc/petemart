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2FF"/>
                </a:solidFill>
              </a:defRPr>
            </a:pPr>
            <a:r>
              <a:t>Agent 07b — API Agent — Completion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CCCCC"/>
                </a:solidFill>
              </a:defRPr>
            </a:pPr>
            <a:r>
              <a:t>Full API Overhaul: POC → Production-Ready | Version 2.0.0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88888"/>
                </a:solidFill>
              </a:defRPr>
            </a:pPr>
            <a:r>
              <a:t>Agent ID: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07b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88888"/>
                </a:solidFill>
              </a:defRPr>
            </a:pPr>
            <a:r>
              <a:t>Role: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945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Interface Connection Engineer (API Agent)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88888"/>
                </a:solidFill>
              </a:defRPr>
            </a:pPr>
            <a:r>
              <a:t>Phase: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560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Phase 3: Execution &amp;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88888"/>
                </a:solidFill>
              </a:defRPr>
            </a:pPr>
            <a:r>
              <a:t>Date: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2607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2026-05-31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88888"/>
                </a:solidFill>
              </a:defRPr>
            </a:pPr>
            <a:r>
              <a:t>Status: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91839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Completed — Production-Ready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2FF"/>
                </a:solidFill>
              </a:defRPr>
            </a:pPr>
            <a:r>
              <a:t>Key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5 Auth API routes rewritten: signup, login, verify-otp, logout, me — dual auth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In-memory User Store with OTP store shared across auth 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406 merchants generated from real Google Maps data across 21 Pete markets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2,042 products auto-generated with category-specific pricing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21 markets with full metadata (specialization, history, geo-location)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Created merchant dashboard, products CRUD, orders with state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669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Created admin dashboard, analytics, merchant approval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5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Created cart+checkout with stock validation, fee calculation, order numbering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21791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Updated AuthContext.tsx with email+password + phone OTP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Added new TypeScript types: SignupPayload, LoginPayload, AuthResponse, etc.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7665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Updated API client (api-client.ts) with full service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70408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Updated API specification docs to v2.0.0 in sandbox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73151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DDDDD"/>
                </a:solidFill>
              </a:defRPr>
            </a:pPr>
            <a:r>
              <a:t>• Data generator script (scripts/generate-data.js) for rebuildability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858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2FF"/>
                </a:solidFill>
              </a:defRPr>
            </a:pPr>
            <a:r>
              <a:t>Key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73152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88"/>
                </a:solidFill>
              </a:defRPr>
            </a:pPr>
            <a:r>
              <a:t>406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77724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AA"/>
                </a:solidFill>
              </a:defRPr>
            </a:pPr>
            <a:r>
              <a:t>Merchants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73152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88"/>
                </a:solidFill>
              </a:defRPr>
            </a:pPr>
            <a:r>
              <a:t>2,042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77724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AA"/>
                </a:solidFill>
              </a:defRPr>
            </a:pPr>
            <a:r>
              <a:t>Products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73152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88"/>
                </a:solidFill>
              </a:defRPr>
            </a:pPr>
            <a:r>
              <a:t>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77724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AA"/>
                </a:solidFill>
              </a:defRPr>
            </a:pPr>
            <a:r>
              <a:t>Markets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73152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88"/>
                </a:solidFill>
              </a:defRPr>
            </a:pPr>
            <a: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77724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AA"/>
                </a:solidFill>
              </a:defRPr>
            </a:pPr>
            <a:r>
              <a:t>API Endpoint Groups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73152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88"/>
                </a:solidFill>
              </a:defRPr>
            </a:pPr>
            <a:r>
              <a:t>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77724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AA"/>
                </a:solidFill>
              </a:defRPr>
            </a:pPr>
            <a:r>
              <a:t>Route 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73152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FF88"/>
                </a:solidFill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77724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AA"/>
                </a:solidFill>
              </a:defRPr>
            </a:pPr>
            <a:r>
              <a:t>Auth Modes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