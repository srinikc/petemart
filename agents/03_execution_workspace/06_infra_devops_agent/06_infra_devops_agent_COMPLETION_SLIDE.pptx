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06 Infra Devops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06_infra_devops_agent | DevOps Systems Architect | Phase 2: Project Management &amp; Infrastructure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GitHub branching strategy (Dev/QA/Staging/Prod)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CI/CD pipeline with GitHub Actions (3 workflows)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Docker Compose configuration for all environments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Kubernetes deployment manifests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Supabase migrations (3 SQL files: schema, RLS, triggers)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Rollback protocol &amp; one-click restore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CI/CD Workflows: 3 (CI, Deploy, Rollback)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Docker Configs: docker-compose.yml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Supabase Migrations: 3 (schema, RLS, triggers)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GitHub Branches: develop, qa, staging, main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Versioning: Semantic (Major.Minor.Patch)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Cost: ₹0 (GitHub Free + Supabase Free)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