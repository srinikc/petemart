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14 Finops Agent — Completion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14_finops_agent | Cloud Cost Optimization Guardrail | Phase 5: Post-Delivery, Feedback &amp; Maintenance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080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Infrastructure spend tracking against budget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LLM token consumption monitoring (Opencode sessions)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Cloud provider billing API integration plan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Cost anomaly detection thresholds (15% over trigger)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Auto-scaling cost projections aligned with Architect specs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Spend constraint flags to state ledger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080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Budget Tracked: Hosting, Database, Storage, API, AI tokens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POC Cost: Rs 0/month (all free tiers)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Production Est: Rs 12,000/month (scaled)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Anomaly Threshold: 15% over budget triggers freeze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Token Tracking: agent_token_usage_log.csv maintained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800"/>
                </a:solidFill>
                <a:latin typeface="Calibri"/>
              </a:defRPr>
            </a:pPr>
            <a:r>
              <a:t>Pending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Date: 2026-05-31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8813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PeteMart Agentic Framework | Supervisor: Agent 00 | Generated via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